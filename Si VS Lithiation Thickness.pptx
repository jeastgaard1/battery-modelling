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B30BB79-ED94-425B-ADDC-C28A80B1132B}" v="1" dt="2025-12-12T12:39:50.1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0" d="100"/>
          <a:sy n="70" d="100"/>
        </p:scale>
        <p:origin x="45" y="4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shua Eastgaard" userId="0d83ef31ad4fa6f9" providerId="LiveId" clId="{DACBE82B-AAB1-4DBD-85B8-FE0C44FF43A8}"/>
    <pc:docChg chg="custSel addSld modSld addMainMaster delMainMaster">
      <pc:chgData name="Joshua Eastgaard" userId="0d83ef31ad4fa6f9" providerId="LiveId" clId="{DACBE82B-AAB1-4DBD-85B8-FE0C44FF43A8}" dt="2025-12-12T12:43:37.567" v="292" actId="20577"/>
      <pc:docMkLst>
        <pc:docMk/>
      </pc:docMkLst>
      <pc:sldChg chg="addSp modSp new mod setBg modClrScheme chgLayout">
        <pc:chgData name="Joshua Eastgaard" userId="0d83ef31ad4fa6f9" providerId="LiveId" clId="{DACBE82B-AAB1-4DBD-85B8-FE0C44FF43A8}" dt="2025-12-12T12:39:59.690" v="274" actId="26606"/>
        <pc:sldMkLst>
          <pc:docMk/>
          <pc:sldMk cId="3612595192" sldId="256"/>
        </pc:sldMkLst>
        <pc:spChg chg="mod">
          <ac:chgData name="Joshua Eastgaard" userId="0d83ef31ad4fa6f9" providerId="LiveId" clId="{DACBE82B-AAB1-4DBD-85B8-FE0C44FF43A8}" dt="2025-12-12T12:39:59.690" v="274" actId="26606"/>
          <ac:spMkLst>
            <pc:docMk/>
            <pc:sldMk cId="3612595192" sldId="256"/>
            <ac:spMk id="2" creationId="{9F1DA5DB-6526-CE43-4590-EDFE6596B3DE}"/>
          </ac:spMkLst>
        </pc:spChg>
        <pc:spChg chg="mod">
          <ac:chgData name="Joshua Eastgaard" userId="0d83ef31ad4fa6f9" providerId="LiveId" clId="{DACBE82B-AAB1-4DBD-85B8-FE0C44FF43A8}" dt="2025-12-12T12:39:59.690" v="274" actId="26606"/>
          <ac:spMkLst>
            <pc:docMk/>
            <pc:sldMk cId="3612595192" sldId="256"/>
            <ac:spMk id="3" creationId="{E480A477-E835-4DEF-2F32-F03EA855EA85}"/>
          </ac:spMkLst>
        </pc:spChg>
        <pc:spChg chg="add">
          <ac:chgData name="Joshua Eastgaard" userId="0d83ef31ad4fa6f9" providerId="LiveId" clId="{DACBE82B-AAB1-4DBD-85B8-FE0C44FF43A8}" dt="2025-12-12T12:39:59.690" v="274" actId="26606"/>
          <ac:spMkLst>
            <pc:docMk/>
            <pc:sldMk cId="3612595192" sldId="256"/>
            <ac:spMk id="9" creationId="{A9286AD2-18A9-4868-A4E3-7A2097A20810}"/>
          </ac:spMkLst>
        </pc:spChg>
        <pc:picChg chg="add">
          <ac:chgData name="Joshua Eastgaard" userId="0d83ef31ad4fa6f9" providerId="LiveId" clId="{DACBE82B-AAB1-4DBD-85B8-FE0C44FF43A8}" dt="2025-12-12T12:39:59.690" v="274" actId="26606"/>
          <ac:picMkLst>
            <pc:docMk/>
            <pc:sldMk cId="3612595192" sldId="256"/>
            <ac:picMk id="4" creationId="{4CF3C99C-CF1E-65D2-43C7-E13A37475D38}"/>
          </ac:picMkLst>
        </pc:picChg>
        <pc:cxnChg chg="add">
          <ac:chgData name="Joshua Eastgaard" userId="0d83ef31ad4fa6f9" providerId="LiveId" clId="{DACBE82B-AAB1-4DBD-85B8-FE0C44FF43A8}" dt="2025-12-12T12:39:59.690" v="274" actId="26606"/>
          <ac:cxnSpMkLst>
            <pc:docMk/>
            <pc:sldMk cId="3612595192" sldId="256"/>
            <ac:cxnSpMk id="11" creationId="{E7A7CD63-7EC3-44F3-95D0-595C4019FF24}"/>
          </ac:cxnSpMkLst>
        </pc:cxnChg>
      </pc:sldChg>
      <pc:sldChg chg="modSp new mod">
        <pc:chgData name="Joshua Eastgaard" userId="0d83ef31ad4fa6f9" providerId="LiveId" clId="{DACBE82B-AAB1-4DBD-85B8-FE0C44FF43A8}" dt="2025-12-12T12:43:37.567" v="292" actId="20577"/>
        <pc:sldMkLst>
          <pc:docMk/>
          <pc:sldMk cId="47957158" sldId="257"/>
        </pc:sldMkLst>
        <pc:spChg chg="mod">
          <ac:chgData name="Joshua Eastgaard" userId="0d83ef31ad4fa6f9" providerId="LiveId" clId="{DACBE82B-AAB1-4DBD-85B8-FE0C44FF43A8}" dt="2025-12-12T12:43:37.567" v="292" actId="20577"/>
          <ac:spMkLst>
            <pc:docMk/>
            <pc:sldMk cId="47957158" sldId="257"/>
            <ac:spMk id="2" creationId="{5EEFEB96-DD5C-CC19-096D-28E3DB790AB8}"/>
          </ac:spMkLst>
        </pc:spChg>
      </pc:sldChg>
      <pc:sldMasterChg chg="del delSldLayout">
        <pc:chgData name="Joshua Eastgaard" userId="0d83ef31ad4fa6f9" providerId="LiveId" clId="{DACBE82B-AAB1-4DBD-85B8-FE0C44FF43A8}" dt="2025-12-12T12:39:59.690" v="274" actId="26606"/>
        <pc:sldMasterMkLst>
          <pc:docMk/>
          <pc:sldMasterMk cId="4122426793" sldId="2147483660"/>
        </pc:sldMasterMkLst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134713491" sldId="2147483661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2656436872" sldId="2147483662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1558680349" sldId="2147483663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556555521" sldId="2147483664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735438508" sldId="2147483665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1255350400" sldId="2147483666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559727242" sldId="2147483667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3164728213" sldId="2147483668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2755319608" sldId="2147483669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3338111605" sldId="2147483670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2717017640" sldId="2147483671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1925964803" sldId="2147483672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4287584718" sldId="2147483673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3975709270" sldId="2147483674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3668448643" sldId="2147483675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1548604672" sldId="2147483676"/>
          </pc:sldLayoutMkLst>
        </pc:sldLayoutChg>
        <pc:sldLayoutChg chg="del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4122426793" sldId="2147483660"/>
            <pc:sldLayoutMk cId="4057972331" sldId="2147483677"/>
          </pc:sldLayoutMkLst>
        </pc:sldLayoutChg>
      </pc:sldMasterChg>
      <pc:sldMasterChg chg="add addSldLayout">
        <pc:chgData name="Joshua Eastgaard" userId="0d83ef31ad4fa6f9" providerId="LiveId" clId="{DACBE82B-AAB1-4DBD-85B8-FE0C44FF43A8}" dt="2025-12-12T12:39:59.690" v="274" actId="26606"/>
        <pc:sldMasterMkLst>
          <pc:docMk/>
          <pc:sldMasterMk cId="1221092951" sldId="2147483750"/>
        </pc:sldMasterMkLst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3663198730" sldId="2147483739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1067186424" sldId="2147483740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2546615057" sldId="2147483741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2474091044" sldId="2147483742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3505066809" sldId="2147483743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597227991" sldId="2147483744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1993195340" sldId="2147483745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958016796" sldId="2147483746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1194512820" sldId="2147483747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4114039630" sldId="2147483748"/>
          </pc:sldLayoutMkLst>
        </pc:sldLayoutChg>
        <pc:sldLayoutChg chg="add">
          <pc:chgData name="Joshua Eastgaard" userId="0d83ef31ad4fa6f9" providerId="LiveId" clId="{DACBE82B-AAB1-4DBD-85B8-FE0C44FF43A8}" dt="2025-12-12T12:39:59.690" v="274" actId="26606"/>
          <pc:sldLayoutMkLst>
            <pc:docMk/>
            <pc:sldMasterMk cId="1221092951" sldId="2147483750"/>
            <pc:sldLayoutMk cId="200220800" sldId="21474837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9E3965E-AC41-4711-9D10-E25ABB132D86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645152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F5DC8C3-BA5F-4EED-BB9A-A14272BD82A1}"/>
              </a:ext>
            </a:extLst>
          </p:cNvPr>
          <p:cNvCxnSpPr/>
          <p:nvPr/>
        </p:nvCxnSpPr>
        <p:spPr>
          <a:xfrm>
            <a:off x="1207658" y="4474741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25CCF1-92C0-4AF3-BFAF-4921631915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84DA70-C731-4C70-880D-CCD4705E623C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A78A9-3DFF-4937-A9F2-5D8CF495F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AEB271-5CC0-4759-BC6E-8BE53AB22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3195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4D8B55-9EA8-4B81-8E84-9B93B0A27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E1D723-8F53-4F53-90B0-1982A396982E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2CA021-2578-47CB-822C-BDDFF7223B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AAB51D-4141-4682-9375-DAFD5FB9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016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585C21A-8B93-4657-B5DF-7EAEAD3BE127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90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663440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9DE2C1-4C52-40A3-8959-27B2C1BEBFF6}"/>
              </a:ext>
            </a:extLst>
          </p:cNvPr>
          <p:cNvCxnSpPr/>
          <p:nvPr/>
        </p:nvCxnSpPr>
        <p:spPr>
          <a:xfrm>
            <a:off x="1207658" y="4485132"/>
            <a:ext cx="987552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F2E137-EC28-48F8-9198-1F025390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669AF7-7BEB-44E4-9852-375E34362B5B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89422CD-6F62-4DD6-89EF-07A60B42D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9C6AFF8-42B4-4D05-969B-9F5FB3355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45128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120900"/>
            <a:ext cx="4639736" cy="3748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15944" y="2120900"/>
            <a:ext cx="4639736" cy="3748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782D47D-B0DC-4C40-BCC6-BBBA32584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AAC38D-0552-4C82-B593-E6124DFADBE2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4690D34E-7EBD-44B2-83CA-4C126A18D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AC511A1-9BBD-42DE-92FB-2AF44F8E97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0396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958274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5944" y="2057400"/>
            <a:ext cx="4639736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5944" y="2958273"/>
            <a:ext cx="4639736" cy="29108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F8A515-AA94-45D1-9223-5C2272618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DF0F1C-5577-4ACB-BB62-DF8F3C494C7E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D052F5BC-98E0-4D60-AD67-9547738B7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38552DC-952E-41EA-AAAF-C2187523C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2208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392073F-158F-44A3-8913-917AFFC1B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5B394-D9F9-4F0C-B15D-605F45CB9E9F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ED72207-24CA-42B7-A975-2F8E41CBA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01080F2-251A-4B88-9A62-16F46D724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5066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8E9C91B-7EAD-4562-AB0E-DFB9663AECE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E9223F-721F-47BF-9FD5-0F8D12FF0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667345-2558-425A-8533-9BFDBCE15005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915714-6BBA-4593-8591-4E26F7D5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06F857-D2E1-44DD-ABDD-EBB739645B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3198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6D90D66-BCB9-4229-A829-628874352AC0}"/>
              </a:ext>
            </a:extLst>
          </p:cNvPr>
          <p:cNvSpPr/>
          <p:nvPr/>
        </p:nvSpPr>
        <p:spPr>
          <a:xfrm>
            <a:off x="16" y="0"/>
            <a:ext cx="4654296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3466" y="786383"/>
            <a:ext cx="3517567" cy="2093975"/>
          </a:xfrm>
        </p:spPr>
        <p:txBody>
          <a:bodyPr anchor="b">
            <a:normAutofit/>
          </a:bodyPr>
          <a:lstStyle>
            <a:lvl1pPr>
              <a:lnSpc>
                <a:spcPct val="90000"/>
              </a:lnSpc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58984" y="812799"/>
            <a:ext cx="5928344" cy="52947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3465" y="3043050"/>
            <a:ext cx="3517567" cy="3064505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43464" y="6446520"/>
            <a:ext cx="3517568" cy="365125"/>
          </a:xfrm>
        </p:spPr>
        <p:txBody>
          <a:bodyPr/>
          <a:lstStyle>
            <a:lvl1pPr algn="l">
              <a:defRPr/>
            </a:lvl1pPr>
          </a:lstStyle>
          <a:p>
            <a:fld id="{92BEA474-078D-4E9B-9B14-09A87B19DC46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458983" y="6446520"/>
            <a:ext cx="5334019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7186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134939-39C0-4522-A125-A13DFDA66490}"/>
              </a:ext>
            </a:extLst>
          </p:cNvPr>
          <p:cNvSpPr/>
          <p:nvPr/>
        </p:nvSpPr>
        <p:spPr>
          <a:xfrm>
            <a:off x="0" y="4578350"/>
            <a:ext cx="12188825" cy="227965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578350"/>
          </a:xfrm>
          <a:solidFill>
            <a:schemeClr val="bg1">
              <a:lumMod val="85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79" y="4799362"/>
            <a:ext cx="10113645" cy="743682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79" y="5715000"/>
            <a:ext cx="10113264" cy="60960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8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07D986-8816-4272-A432-0437A28A9828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097279" y="6446838"/>
            <a:ext cx="6818262" cy="365125"/>
          </a:xfrm>
        </p:spPr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66150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5506EE-1026-4F35-9ACC-BD05BE0F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2A279-0833-481D-8C56-F67FD0AC6C50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7696E5F-8D95-4450-AE52-5438E6ED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99B2253-74CC-409E-BEB0-F8EFCFCB56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4091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1B68A5B-D9FA-424B-A4EB-30E7223836B3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F33D6B0-F070-45C4-A472-19F432BE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7DA83-5663-4C9C-B9AA-0B40A3DAFF81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75399F-DAB2-410D-967F-ED17E6F79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762A46F-6BE5-4D12-9412-5CA7672EA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7227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16A0E3C-60E6-4F39-BC55-5F7C224E1F7C}"/>
              </a:ext>
            </a:extLst>
          </p:cNvPr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CA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2108201"/>
            <a:ext cx="10058400" cy="3760891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18426" y="6446838"/>
            <a:ext cx="2584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rgbClr val="FFFFFF"/>
                </a:solidFill>
              </a:defRPr>
            </a:lvl1pPr>
          </a:lstStyle>
          <a:p>
            <a:fld id="{62D6E202-B606-4609-B914-27C9371A1F6D}" type="datetime1">
              <a:rPr lang="en-US" smtClean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97279" y="6446838"/>
            <a:ext cx="681826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93582" y="6446838"/>
            <a:ext cx="7800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025DAC-8B93-4160-B017-3A274A5828C0}"/>
              </a:ext>
            </a:extLst>
          </p:cNvPr>
          <p:cNvCxnSpPr/>
          <p:nvPr/>
        </p:nvCxnSpPr>
        <p:spPr>
          <a:xfrm>
            <a:off x="1193532" y="1897380"/>
            <a:ext cx="9966960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1092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43" r:id="rId6"/>
    <p:sldLayoutId id="2147483739" r:id="rId7"/>
    <p:sldLayoutId id="2147483740" r:id="rId8"/>
    <p:sldLayoutId id="2147483741" r:id="rId9"/>
    <p:sldLayoutId id="2147483742" r:id="rId10"/>
    <p:sldLayoutId id="214748374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3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10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100000"/>
        </a:lnSpc>
        <a:spcBef>
          <a:spcPts val="200"/>
        </a:spcBef>
        <a:spcAft>
          <a:spcPts val="400"/>
        </a:spcAft>
        <a:buClrTx/>
        <a:buFont typeface="Calibri" pitchFamily="34" charset="0"/>
        <a:buChar char="◦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9286AD2-18A9-4868-A4E3-7A2097A208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1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1DA5DB-6526-CE43-4590-EDFE6596B3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8929" y="639097"/>
            <a:ext cx="6253317" cy="3686015"/>
          </a:xfrm>
        </p:spPr>
        <p:txBody>
          <a:bodyPr>
            <a:normAutofit/>
          </a:bodyPr>
          <a:lstStyle/>
          <a:p>
            <a:r>
              <a:rPr lang="en-US" sz="5600" dirty="0"/>
              <a:t>Change in Si Volume in correlation to electrochemical Lithiation</a:t>
            </a:r>
            <a:endParaRPr lang="en-CA" sz="5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80A477-E835-4DEF-2F32-F03EA855E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2899" y="4672739"/>
            <a:ext cx="6269347" cy="1021498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>
                    <a:lumMod val="85000"/>
                    <a:lumOff val="15000"/>
                  </a:schemeClr>
                </a:solidFill>
              </a:rPr>
              <a:t>Initial Findings and Discussion</a:t>
            </a:r>
          </a:p>
          <a:p>
            <a:r>
              <a:rPr lang="en-CA">
                <a:solidFill>
                  <a:schemeClr val="tx1">
                    <a:lumMod val="85000"/>
                    <a:lumOff val="15000"/>
                  </a:schemeClr>
                </a:solidFill>
              </a:rPr>
              <a:t>Created By: Joshua Eastgaard</a:t>
            </a:r>
            <a:endParaRPr lang="en-US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7A7CD63-7EC3-44F3-95D0-595C4019FF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44179" y="4498925"/>
            <a:ext cx="5636107" cy="0"/>
          </a:xfrm>
          <a:prstGeom prst="line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4CF3C99C-CF1E-65D2-43C7-E13A37475D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686" r="24001" b="1"/>
          <a:stretch>
            <a:fillRect/>
          </a:stretch>
        </p:blipFill>
        <p:spPr>
          <a:xfrm>
            <a:off x="7556686" y="1"/>
            <a:ext cx="463531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5951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FEB96-DD5C-CC19-096D-28E3DB790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Findings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A7FB3-0F80-8B20-C5F1-8D2DE2176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795715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VTI">
  <a:themeElements>
    <a:clrScheme name="Retrospect">
      <a:dk1>
        <a:sysClr val="windowText" lastClr="000000"/>
      </a:dk1>
      <a:lt1>
        <a:sysClr val="window" lastClr="FFFFFF"/>
      </a:lt1>
      <a:dk2>
        <a:srgbClr val="344068"/>
      </a:dk2>
      <a:lt2>
        <a:srgbClr val="D9E0E6"/>
      </a:lt2>
      <a:accent1>
        <a:srgbClr val="1CADE4"/>
      </a:accent1>
      <a:accent2>
        <a:srgbClr val="2683C6"/>
      </a:accent2>
      <a:accent3>
        <a:srgbClr val="28C4CC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Retrospect">
      <a:majorFont>
        <a:latin typeface="Garamon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aramond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VTI" id="{ABE3C30C-0FC0-4450-828E-52DE70F1BCCB}" vid="{A6E2497D-935A-4CFD-B9FD-6DCB15FA68B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8</TotalTime>
  <Words>20</Words>
  <Application>Microsoft Office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Calibri</vt:lpstr>
      <vt:lpstr>Garamond</vt:lpstr>
      <vt:lpstr>RetrospectVTI</vt:lpstr>
      <vt:lpstr>Change in Si Volume in correlation to electrochemical Lithiation</vt:lpstr>
      <vt:lpstr>Core Findings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Josh Eastgaard</dc:creator>
  <cp:lastModifiedBy>Josh Eastgaard</cp:lastModifiedBy>
  <cp:revision>1</cp:revision>
  <dcterms:created xsi:type="dcterms:W3CDTF">2025-12-12T12:35:26Z</dcterms:created>
  <dcterms:modified xsi:type="dcterms:W3CDTF">2025-12-12T12:43:41Z</dcterms:modified>
</cp:coreProperties>
</file>